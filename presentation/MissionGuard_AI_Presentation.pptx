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01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548640"/>
            <a:ext cx="1371600" cy="1371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13248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MissionGuard AI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 &amp; Predictive Maintenance Copilot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  ·  Track: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27448" y="4160520"/>
            <a:ext cx="2743200" cy="0"/>
          </a:xfrm>
          <a:prstGeom prst="line">
            <a:avLst/>
          </a:prstGeom>
          <a:noFill/>
          <a:ln w="12700">
            <a:solidFill>
              <a:srgbClr val="232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709160"/>
            <a:ext cx="28186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Kinari Thummar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Project Integration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75838" y="4709160"/>
            <a:ext cx="28186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Hetvi Patoliya</a:t>
            </a:r>
            <a:endParaRPr lang="en-US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Presentation Developer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094476" y="4709160"/>
            <a:ext cx="28186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Himay Thummar</a:t>
            </a:r>
            <a:endParaRPr lang="en-US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&amp; MCP Integration Developer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8913114" y="4709160"/>
            <a:ext cx="28186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Vaghasiya</a:t>
            </a:r>
            <a:endParaRPr lang="en-US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&amp; UI Contributor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assets can fly tomorrow?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don't know fast enough.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10424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teams track 100+ assets across spreadsheets with 10+ columns of sensor data</a:t>
            </a:r>
            <a:endParaRPr lang="en-US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— which platform needs service first?</a:t>
            </a:r>
            <a:endParaRPr lang="en-US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explanations — why is this asset at risk?</a:t>
            </a:r>
            <a:endParaRPr lang="en-US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 takes 2–3 hours per maintenance decision, so NOT_READY assets get missed until day-of-mission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90872"/>
            <a:ext cx="3697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hrs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257800"/>
            <a:ext cx="4062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 spent reviewing fleet status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45864" y="4709160"/>
            <a:ext cx="3697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062984" y="5257800"/>
            <a:ext cx="4062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fleet may go unflagged as NOT_READY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43088" y="4709160"/>
            <a:ext cx="3697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60208" y="5257800"/>
            <a:ext cx="4062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for </a:t>
            </a: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predictive care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that tells you what to fix first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MissionGuard AI analyzes fleet health with explainable machine learning, classifies mission readiness, ranks maintenance priorities, and delivers the answer through a dashboard, an API, and IBM Bob — in plain language.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361944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42900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fleet telemetry for 100 assets, 10+ features each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10584" y="39319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3C5F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3504" y="3429000"/>
            <a:ext cx="3361944" cy="1371600"/>
          </a:xfrm>
          <a:prstGeom prst="round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4944" y="342900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explain, and rank failure risk with hybrid ML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775448" y="39319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3C5FD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78368" y="3429000"/>
            <a:ext cx="3361944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9808" y="342900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via dashboard, API, and IBM Bob conversation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is classified READY, WARNING, or NOT READY - no manual spreadsheet review needed - and every score comes with up to 3 plain-English risk factors and a recommended action.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 → ML risk engine → MCP → IBM Bob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737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assets, seed=42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99816" y="1984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3C5FD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19856" y="1737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11296" y="1737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Risk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34456" y="1984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3C5F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54496" y="1737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45936" y="1737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 exposed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69096" y="1984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3C5FD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89136" y="1737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43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served locally through a FastAPI REST layer and a Streamlit dashboard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11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40" y="36118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20240" y="36118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361188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37560" y="36118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6118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3611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36118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52360" y="3611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41080" y="36118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41080" y="3611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881360" y="36118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881360" y="36118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2567178" cy="123444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846320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5394960"/>
            <a:ext cx="2932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Assets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90138" y="4663440"/>
            <a:ext cx="2567178" cy="123444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90138" y="4846320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3207258" y="5394960"/>
            <a:ext cx="2932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1636" y="4663440"/>
            <a:ext cx="2567178" cy="123444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31636" y="4846320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6048756" y="5394960"/>
            <a:ext cx="2932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73134" y="4663440"/>
            <a:ext cx="2567178" cy="123444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73134" y="4846320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5" name="Text 43"/>
          <p:cNvSpPr txBox="1"/>
          <p:nvPr/>
        </p:nvSpPr>
        <p:spPr>
          <a:xfrm>
            <a:off x="8890254" y="5394960"/>
            <a:ext cx="2932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Levels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 : end-to-end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133101" y="1097280"/>
            <a:ext cx="5922750" cy="5431536"/>
          </a:xfrm>
          <a:prstGeom prst="roundRect">
            <a:avLst>
              <a:gd name="adj" fmla="val 1515"/>
            </a:avLst>
          </a:prstGeom>
          <a:solidFill>
            <a:srgbClr val="F5F7FA"/>
          </a:solidFill>
          <a:ln w="12700">
            <a:solidFill>
              <a:srgbClr val="232B42"/>
            </a:solidFill>
            <a:prstDash val="solid"/>
          </a:ln>
        </p:spPr>
      </p:sp>
      <p:pic>
        <p:nvPicPr>
          <p:cNvPr id="5" name="Image 0" descr="/home/claude/mg/assets/workflow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829" y="1207008"/>
            <a:ext cx="5703294" cy="5212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 DETAIL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from raw sensor data to a grounded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2086661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847088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194560"/>
            <a:ext cx="1830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- vibration, temp, engine, usage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records &amp; asset info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(Synthetic / demo data)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7597" y="1627632"/>
            <a:ext cx="0" cy="1143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9893" y="1353312"/>
            <a:ext cx="2086661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7909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7909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27909" y="1847088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27909" y="2194560"/>
            <a:ext cx="1830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from APIs / files / DB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normalization &amp;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8850" y="1627632"/>
            <a:ext cx="0" cy="1143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1146" y="1353312"/>
            <a:ext cx="2086661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9162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79162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79162" y="1847088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79162" y="2194560"/>
            <a:ext cx="1830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(ML + rules)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health scoring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(top factors)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0102" y="1627632"/>
            <a:ext cx="0" cy="1143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2398" y="1353312"/>
            <a:ext cx="2086661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0414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30414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30414" y="1847088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0414" y="2194560"/>
            <a:ext cx="1830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Ready / Warning 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prioritization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71355" y="1627632"/>
            <a:ext cx="0" cy="1143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53651" y="1353312"/>
            <a:ext cx="2086661" cy="1691640"/>
          </a:xfrm>
          <a:prstGeom prst="roundRect">
            <a:avLst>
              <a:gd name="adj" fmla="val 4865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81667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1667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81667" y="1847088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81667" y="2194560"/>
            <a:ext cx="1830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get_assets, get_asset_status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get_failure_risk,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get_maintenance_priority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LOOP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56616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356616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Asks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115818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3C5FD"/>
                </a:solidFill>
              </a:rPr>
              <a:t>→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3390138" y="356616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481578" y="356616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Bob Calls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957316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3C5FD"/>
                </a:solidFill>
              </a:rPr>
              <a:t>→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6231636" y="356616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23076" y="356616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Retrieves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798814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3C5FD"/>
                </a:solidFill>
              </a:rPr>
              <a:t>→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9073134" y="3566160"/>
            <a:ext cx="2567178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64574" y="3566160"/>
            <a:ext cx="2384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Provides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572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8920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4892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Readiness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14016" y="489204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414016" y="4892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 Prediction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90872" y="489204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90872" y="48920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Priority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84848" y="4892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84848" y="4892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Explanation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33104" y="489204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33104" y="48920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577840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48640" y="5577840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 →  To Insight  →  To Action  →  With IBM Bob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through the Model Context Protocol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plain-English question - get an instant, structured answer. No SQL, no API calls.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42212"/>
              </p:ext>
            </p:extLst>
          </p:nvPr>
        </p:nvGraphicFramePr>
        <p:xfrm>
          <a:off x="548640" y="2057400"/>
          <a:ext cx="11091672" cy="3063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3C5F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list_assets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fleet by status /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assets are not mission-ready?”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3C5F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get_asset_readiness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one asset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“Is A-042 ready for tomorrow's mission?”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3C5F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get_asset_failure_risk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risk factors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is A-042 at risk?”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3C5F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get_asset_maintenance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+ 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should we service first?”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3C5F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get_fleet_summary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overview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“Give me a fleet status report.”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 a functional MCP server, ready for IBM Bob.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running prototype — not mockups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3931920"/>
          </a:xfrm>
          <a:prstGeom prst="roundRect">
            <a:avLst>
              <a:gd name="adj" fmla="val 2093"/>
            </a:avLst>
          </a:prstGeom>
          <a:solidFill>
            <a:srgbClr val="000000"/>
          </a:solidFill>
          <a:ln w="12700">
            <a:solidFill>
              <a:srgbClr val="232B42"/>
            </a:solidFill>
            <a:prstDash val="solid"/>
          </a:ln>
        </p:spPr>
      </p:sp>
      <p:pic>
        <p:nvPicPr>
          <p:cNvPr id="5" name="Image 0" descr="/home/claude/mg/shots/IMG_2991__1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180076" cy="279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848166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 — 100 assets classified READY / WARNING / NOT READY, with live risk distribution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7356" y="1828800"/>
            <a:ext cx="5362956" cy="3931920"/>
          </a:xfrm>
          <a:prstGeom prst="roundRect">
            <a:avLst>
              <a:gd name="adj" fmla="val 2093"/>
            </a:avLst>
          </a:prstGeom>
          <a:solidFill>
            <a:srgbClr val="000000"/>
          </a:solidFill>
          <a:ln w="12700">
            <a:solidFill>
              <a:srgbClr val="232B42"/>
            </a:solidFill>
            <a:prstDash val="solid"/>
          </a:ln>
        </p:spPr>
      </p:sp>
      <p:pic>
        <p:nvPicPr>
          <p:cNvPr id="8" name="Image 1" descr="/home/claude/mg/shots/IMG_299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920240"/>
            <a:ext cx="5180076" cy="280047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4516" y="4857879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Detail — A-067 scores 98.8% failure probability, with plain-English risk factors and a recommended action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kern="0" spc="12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operational decision support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 feeds, historical training data, cloud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2544" y="187452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20574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1,000+ assets, predictive scheduling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6448" y="1874520"/>
            <a:ext cx="3483864" cy="1600200"/>
          </a:xfrm>
          <a:prstGeom prst="roundRect">
            <a:avLst>
              <a:gd name="adj" fmla="val 5143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20574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3774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support, mobile app for field maintainers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41B2E"/>
          </a:solidFill>
          <a:ln w="12700">
            <a:solidFill>
              <a:srgbClr val="232B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79476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scope: built on synthetic data and running locally today - 71 automated tests prove the core works, and the architecture is ready to extend.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 +  Conversational  +  Actionable.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805</Words>
  <Application>Microsoft Office PowerPoint</Application>
  <PresentationFormat>Widescreen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shivanshmarketing82@gmail.com</cp:lastModifiedBy>
  <cp:revision>2</cp:revision>
  <dcterms:created xsi:type="dcterms:W3CDTF">2026-09-15T11:54:37Z</dcterms:created>
  <dcterms:modified xsi:type="dcterms:W3CDTF">2026-09-15T12:03:35Z</dcterms:modified>
</cp:coreProperties>
</file>